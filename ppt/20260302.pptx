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34068-BE2A-D4D9-8D63-8D92582A7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5EE739-6A93-E8C0-898E-E9DA349A8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FCAC5A-96D7-3F4D-C5D5-A076710A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53F713-0C11-BB4B-D592-5F75AB4E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AB70C-D4CC-4B77-F40B-F6FEFA07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9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1AF8D-2773-D22C-D23A-F95ADD35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D5BE6-2FA6-54E2-BD35-FC488E0E6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9B949-DB85-2D60-D249-A054EF9A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4ACD6-264E-BBA0-9F74-950534BF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2D890A-BD3A-F6C3-0E47-FA95D69C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40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2AFEB-BD3C-BD87-77DF-937456C6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3645C-DF99-86C0-332A-A77628853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7284A9-38DD-103E-A83C-72BBAE6D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58712-F575-F292-F9D2-A4BC147D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5F2B6-B41A-79E7-2E17-FDBE2C09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2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3A77C-7B59-8322-2800-64570F51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24183D-B960-F68C-3E00-8023D3D31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F7F951-B837-E372-CD1F-65EF8AC7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63AAA-5F29-D0F6-850F-7D8F63EAB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D4A5D6-31BB-BFEB-D89E-CE4173B3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551662-EBD9-1D28-16BB-537FF38C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25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4AC31-DF06-24EA-4A71-E469F7E0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39E18A-F32B-4213-B005-631D7AC2E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C82864-CEA1-070A-88B5-B714A56E4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063AB00-2EE0-7979-48FB-368615D80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F8EFFA-720C-456E-B38E-983F33D0F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EDBC75-500D-548F-DC6A-97A5D29F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F61D79-2FAD-930E-3782-F985528B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CD2BD5-9A47-7381-FC42-DD04B095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74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06DE7-F070-F0F9-1B41-B3ABEB8B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2C9C99-3DC9-5004-8775-44240178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C1FACC-EAF4-99D6-8545-F85C420F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3D274B-A550-2C8C-DE3D-CA57A1E6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93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13BB90-7FF6-07C1-D4F3-BE366E9F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F795AE-2084-C7F0-DDB0-F38EA4DBD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6D5EE8-0452-328E-7EBC-5F3FC973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6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76932-E05E-665F-F4BC-215D77D0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F88FBC-6D93-72C9-E524-F83871DA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576F0-856F-77BC-5923-CE324DD0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E8238-EFB5-1C8B-E2D9-8196A1D1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C11EC-4F33-2B01-B032-C40C879D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12EF8-1B39-4943-44E1-8179E2F0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63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3427B-4799-B5B7-E530-6B2C7A4E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D8D7FA-1009-E14D-99BC-15AA7AE5E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C44395-D60B-20C0-65A5-11956D5CA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3F99F5-21C9-8BAA-898C-A9BE4A07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41EC1B-0834-7973-4AE8-05573797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915DBC-F15D-CFFA-648B-11044A43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05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6C5AE-0F07-F1DD-64F5-A1B56940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3B2AD8-EBD3-7CF9-B97F-885BDBC16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C0676-4DB7-4053-FA0E-C418B070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2E403-E7E4-5D81-1999-6A71E25B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F56CE-92D1-4BAE-F4FA-722EBA4A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11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1E28F4-D157-6168-E823-6F995D8CA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CA7B9-499F-C05E-3689-BD3444852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B0900-0459-064F-727D-62FA3F3B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496F6-D8E4-005B-567F-6C701D5F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53DF6A-F5C2-A45A-70C7-653169BD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86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E30B42-0DF3-C3D7-EE0B-8F1F4428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98C672-EC3A-A001-4BDC-0F6620B23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85125-82D3-904F-6E03-A37D7F71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5C24D-A46D-4F97-A945-53F229BF452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1A53AD-B790-2103-7EC6-30C7F1436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607C4-0929-67E9-9880-C96CEC95A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3EE30-75F3-4360-9F36-16AAF8700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59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523FFED-D80A-EAC9-BA67-01DCDCAB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564" y="1267211"/>
            <a:ext cx="1316854" cy="36628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zh-CN" altLang="en-US" dirty="0"/>
              <a:t>卷积模块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A42408-10D5-7A4B-3E5E-6C3B44E8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42" y="2450561"/>
            <a:ext cx="10688715" cy="11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6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9AB94-F880-37F2-57AD-2FE5ADC35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E78BAE6-D9F6-DB15-3667-67054610B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563" y="1267212"/>
            <a:ext cx="1592061" cy="48169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zh-CN" altLang="en-US" dirty="0"/>
              <a:t>总体结构参考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726286-06D6-B693-D395-CA16A1D95EFC}"/>
              </a:ext>
            </a:extLst>
          </p:cNvPr>
          <p:cNvSpPr txBox="1"/>
          <p:nvPr/>
        </p:nvSpPr>
        <p:spPr>
          <a:xfrm>
            <a:off x="1411550" y="1748903"/>
            <a:ext cx="10780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Arial" panose="020B0604020202020204" pitchFamily="34" charset="0"/>
              </a:rPr>
              <a:t>T. N. Sainath, Y. He, B. Li, A. Narayanan, R. Pang, A. Bruguier,</a:t>
            </a:r>
            <a:br>
              <a:rPr lang="en-US" altLang="zh-CN" dirty="0"/>
            </a:br>
            <a:r>
              <a:rPr lang="en-US" altLang="zh-CN" b="0" i="0" dirty="0">
                <a:effectLst/>
                <a:latin typeface="Arial" panose="020B0604020202020204" pitchFamily="34" charset="0"/>
              </a:rPr>
              <a:t>S.-y. Chang, W. Li, R. Alvarez, Z. Chen, and et al., “A streaming</a:t>
            </a:r>
            <a:br>
              <a:rPr lang="en-US" altLang="zh-CN" dirty="0"/>
            </a:br>
            <a:r>
              <a:rPr lang="en-US" altLang="zh-CN" b="0" i="0" dirty="0">
                <a:effectLst/>
                <a:latin typeface="Arial" panose="020B0604020202020204" pitchFamily="34" charset="0"/>
              </a:rPr>
              <a:t>on-device end-to-end model surpassing server-side conventional</a:t>
            </a:r>
            <a:br>
              <a:rPr lang="en-US" altLang="zh-CN" dirty="0"/>
            </a:br>
            <a:r>
              <a:rPr lang="en-US" altLang="zh-CN" b="0" i="0" dirty="0">
                <a:effectLst/>
                <a:latin typeface="Arial" panose="020B0604020202020204" pitchFamily="34" charset="0"/>
              </a:rPr>
              <a:t>model quality and latency,” in ICASSP, 2020.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5098F4B-1030-7A25-3862-3E31596A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64" y="4010349"/>
            <a:ext cx="11122472" cy="1485998"/>
          </a:xfrm>
          <a:prstGeom prst="rect">
            <a:avLst/>
          </a:prstGeom>
        </p:spPr>
      </p:pic>
      <p:sp>
        <p:nvSpPr>
          <p:cNvPr id="9" name="副标题 2">
            <a:extLst>
              <a:ext uri="{FF2B5EF4-FFF2-40B4-BE49-F238E27FC236}">
                <a16:creationId xmlns:a16="http://schemas.microsoft.com/office/drawing/2014/main" id="{36205D11-314A-E75A-3390-B7A239637AE8}"/>
              </a:ext>
            </a:extLst>
          </p:cNvPr>
          <p:cNvSpPr txBox="1">
            <a:spLocks/>
          </p:cNvSpPr>
          <p:nvPr/>
        </p:nvSpPr>
        <p:spPr>
          <a:xfrm>
            <a:off x="902562" y="3188155"/>
            <a:ext cx="10487487" cy="822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dirty="0"/>
              <a:t>核心思路：先升维，再降维。</a:t>
            </a:r>
            <a:endParaRPr lang="en-US" altLang="zh-CN" dirty="0"/>
          </a:p>
          <a:p>
            <a:pPr algn="l"/>
            <a:r>
              <a:rPr lang="zh-CN" altLang="en-US" dirty="0"/>
              <a:t>升维用来扩充特征空间。时间序列（心血管信号）是一维数值，升维度相当于将信号投影到一个高</a:t>
            </a:r>
            <a:endParaRPr lang="en-US" altLang="zh-CN" dirty="0"/>
          </a:p>
          <a:p>
            <a:pPr algn="l"/>
            <a:r>
              <a:rPr lang="zh-CN" altLang="en-US" dirty="0"/>
              <a:t>维的特征空间。原本重叠的特征更易于后层算子的识别</a:t>
            </a:r>
          </a:p>
        </p:txBody>
      </p:sp>
    </p:spTree>
    <p:extLst>
      <p:ext uri="{BB962C8B-B14F-4D97-AF65-F5344CB8AC3E}">
        <p14:creationId xmlns:p14="http://schemas.microsoft.com/office/powerpoint/2010/main" val="135933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7598-CB31-3995-7DCF-1629F50D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D0ECB7F-CA5A-66B2-4C1B-0473513A4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563" y="574753"/>
            <a:ext cx="1592061" cy="481690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激活函数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BB6783D4-A1E9-5883-4F16-5BBCA8A507E3}"/>
              </a:ext>
            </a:extLst>
          </p:cNvPr>
          <p:cNvSpPr txBox="1">
            <a:spLocks/>
          </p:cNvSpPr>
          <p:nvPr/>
        </p:nvSpPr>
        <p:spPr>
          <a:xfrm>
            <a:off x="1216241" y="1205934"/>
            <a:ext cx="711693" cy="8906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GLU</a:t>
            </a:r>
          </a:p>
          <a:p>
            <a:pPr algn="l"/>
            <a:r>
              <a:rPr lang="en-US" altLang="zh-CN" dirty="0" err="1"/>
              <a:t>ReLU</a:t>
            </a:r>
            <a:endParaRPr lang="en-US" altLang="zh-CN" dirty="0"/>
          </a:p>
          <a:p>
            <a:pPr algn="l"/>
            <a:r>
              <a:rPr lang="en-US" altLang="zh-CN" dirty="0"/>
              <a:t>Swish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0297BD-5A9E-F9D6-0146-51B127DA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50" y="979622"/>
            <a:ext cx="8620209" cy="572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D88E-43F5-4BE7-A084-93622294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CE64AAFE-9FB8-8D23-E3B0-153738291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563" y="1267212"/>
            <a:ext cx="1592061" cy="481690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激活函数</a:t>
            </a: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0D0ADEB7-5388-5B7A-A6D0-7A06429CA819}"/>
              </a:ext>
            </a:extLst>
          </p:cNvPr>
          <p:cNvSpPr txBox="1">
            <a:spLocks/>
          </p:cNvSpPr>
          <p:nvPr/>
        </p:nvSpPr>
        <p:spPr>
          <a:xfrm>
            <a:off x="1216240" y="2789068"/>
            <a:ext cx="7297445" cy="136568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GLU </a:t>
            </a:r>
            <a:r>
              <a:rPr lang="zh-CN" altLang="en-US" dirty="0"/>
              <a:t>的本质是一个门控机制，允许模型自主学习在某些相位（如舒张期）关闭某些特征流，在某些相位（如收缩期）开启某些特征流。</a:t>
            </a:r>
            <a:endParaRPr lang="en-US" altLang="zh-CN" dirty="0"/>
          </a:p>
          <a:p>
            <a:pPr algn="l"/>
            <a:r>
              <a:rPr lang="zh-CN" altLang="en-US" dirty="0"/>
              <a:t>对应：在收缩期，压力上升；在舒张期，压力下降</a:t>
            </a:r>
            <a:endParaRPr lang="en-US" altLang="zh-CN" dirty="0"/>
          </a:p>
          <a:p>
            <a:pPr algn="l"/>
            <a:r>
              <a:rPr lang="zh-CN" altLang="en-US" dirty="0"/>
              <a:t>作用：精准识别心动周期相位</a:t>
            </a:r>
            <a:endParaRPr lang="en-US" altLang="zh-CN" dirty="0"/>
          </a:p>
          <a:p>
            <a:pPr algn="l"/>
            <a:r>
              <a:rPr lang="zh-CN" altLang="en-US" dirty="0"/>
              <a:t>滤波： </a:t>
            </a:r>
            <a:r>
              <a:rPr lang="en-US" altLang="zh-CN" dirty="0"/>
              <a:t>GLU </a:t>
            </a:r>
            <a:r>
              <a:rPr lang="zh-CN" altLang="en-US" dirty="0"/>
              <a:t>的门控特性可以像一个自适应滤波器，过滤掉与心动周期无关的高频噪声，只保留关键的压力波形特征。因为高频噪声不会增加</a:t>
            </a:r>
            <a:r>
              <a:rPr lang="en-US" altLang="zh-CN" dirty="0"/>
              <a:t>critic</a:t>
            </a:r>
            <a:r>
              <a:rPr lang="zh-CN" altLang="en-US" dirty="0"/>
              <a:t>网络对于当前状态的打分</a:t>
            </a:r>
            <a:endParaRPr lang="en-US" altLang="zh-CN" dirty="0"/>
          </a:p>
          <a:p>
            <a:pPr algn="l"/>
            <a:endParaRPr lang="zh-CN" altLang="en-US" dirty="0"/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9CA73E6-FA55-FFB4-3DBF-1F3FE8D49C9C}"/>
              </a:ext>
            </a:extLst>
          </p:cNvPr>
          <p:cNvSpPr txBox="1">
            <a:spLocks/>
          </p:cNvSpPr>
          <p:nvPr/>
        </p:nvSpPr>
        <p:spPr>
          <a:xfrm>
            <a:off x="1216241" y="1898393"/>
            <a:ext cx="711693" cy="8906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dirty="0"/>
              <a:t>GLU</a:t>
            </a:r>
          </a:p>
          <a:p>
            <a:pPr algn="l"/>
            <a:r>
              <a:rPr lang="en-US" altLang="zh-CN" dirty="0" err="1"/>
              <a:t>ReLU</a:t>
            </a:r>
            <a:endParaRPr lang="en-US" altLang="zh-CN" dirty="0"/>
          </a:p>
          <a:p>
            <a:pPr algn="l"/>
            <a:r>
              <a:rPr lang="en-US" altLang="zh-CN" dirty="0"/>
              <a:t>Swish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1136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237</Words>
  <Application>Microsoft Office PowerPoint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2026-03-02T02:06:36Z</dcterms:created>
  <dcterms:modified xsi:type="dcterms:W3CDTF">2026-03-02T03:21:39Z</dcterms:modified>
</cp:coreProperties>
</file>